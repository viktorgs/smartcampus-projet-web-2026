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2011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c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914399" cy="9143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ING2 · Projet Web dynamique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SmartCampus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La gestion académique de notre époque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Soutenance du projet final  ·  31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Équipe : Viktor GOUSSOT  ·  Nicolas CARMINATI  ·  Louis PEZE  ·  Alexis OSORIO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École d'ingénieurs ciblée — Filières L1→M2, semestres, ECTS, groupes 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486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1. Présentation générale du projet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2. Équipe et répartition du travail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3. Architecture finale du système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4. Modèle entité-association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5. Modèle relationnel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6. Wireframes &amp; storyboard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7. Workflows transactionnels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8. Spécifications fonctionnelles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9. Règles métier académiques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10. Journal d'assistance par IA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11. Rapport de compromis techniques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12. Versioning Git &amp; GitHub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13. Bilans individuel et collectif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B2631"/>
                </a:solidFill>
                <a:latin typeface="Calibri"/>
              </a:rPr>
              <a:t>•  14. Références et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Présentation générale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Plateforme web de gestion académique pour une école d'ingénieurs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1737360"/>
            <a:ext cx="365760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737360"/>
            <a:ext cx="365760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Contexte ciblé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École d'ingénieurs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Filières L1 → M2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Semestres &amp; ECTS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Groupes 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Acteurs (3 rôles)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Administrateur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Enseignant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Étudiant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Accès cloisonnés (RBAC)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Périmètre fonctionnel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CRUD utilisateurs / cours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Inscriptions, notes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Emploi du temps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PDF, messagerie,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Objectifs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Architecture client–serveur explicite : API REST PHP 8 + SPA HTML/CSS/JS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Base de données MySQL 8 structurée (PDO, requêtes préparées)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Pas de framework lourd : mini-noyau MVC maison, code maîtrisé et explicable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6 règles métier implémentées et testées (double inscription, capacité, prérequis, conflits, verrouillage notes)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Équipe &amp; répartition du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4 membres — rôles complémentaires front / back, revue croisée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00400"/>
                <a:gridCol w="5669280"/>
              </a:tblGrid>
              <a:tr h="47548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Membre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Rôle principal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Modules portés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631"/>
                          </a:solidFill>
                        </a:rPr>
                        <a:t>Viktor GOUSSOT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Chef de projet · Backend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Noyau API, Auth &amp; sessions, CSRF/RBAC, CRUD utilisateurs/étudiants/profs/cours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631"/>
                          </a:solidFill>
                        </a:rPr>
                        <a:t>Nicolas CARMINATI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Backend · Données · Règles métier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MCD/MR, schéma SQL, règles académiques (Academic.php), API notes/inscriptions,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631"/>
                          </a:solidFill>
                        </a:rPr>
                        <a:t>Louis PEZE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Frontend · Pages de gestion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Coquille SPA, design Bootstrap, pages étudiants/profs/cours, filtres, messagerie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631"/>
                          </a:solidFill>
                        </a:rPr>
                        <a:t>Alexis OSORIO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Frontend · Dashboards &amp; EDT ·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631"/>
                          </a:solidFill>
                        </a:rPr>
                        <a:t>Tableaux de bord 3 rôles, emploi du temps, statistiques Chart.js, scénarios de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Organisation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Branches courtes par fonctionnalité, merge sur main après relecture croisée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Conventions de commit (feat / fix / docs / chore) — historique lisible sur GitHub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Chaque membre relit le code des autres — objectif : pouvoir expliquer tout le projet en soutenance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2631"/>
                </a:solidFill>
                <a:latin typeface="Calibri"/>
              </a:rPr>
              <a:t>•  Points d'avancement réguliers — répartition vérifiable dans les contributions Git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Architecture finale du système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Séparation stricte frontend / backend autour d'une API REST</a:t>
            </a:r>
          </a:p>
        </p:txBody>
      </p:sp>
      <p:pic>
        <p:nvPicPr>
          <p:cNvPr id="6" name="Picture 5" descr="Schema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2814"/>
            <a:ext cx="7315200" cy="4518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Choix structurants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57400"/>
            <a:ext cx="3657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Front et back même origine (Apache)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Communication JSON / fetch + cookie session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Pas de framework JS : ES Modules natifs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Pas de framework PHP : routeur maison (~6 classes core)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Vendors locaux : démo hors-ligne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Validation côté client ET côté serveur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RBAC central avant chaque action sensible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Modèle entité-association (MCD)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13 entités, héritage users → profils, cardinalités cohérentes</a:t>
            </a:r>
          </a:p>
        </p:txBody>
      </p:sp>
      <p:pic>
        <p:nvPicPr>
          <p:cNvPr id="6" name="Picture 5" descr="Diagramme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67" y="1554480"/>
            <a:ext cx="698198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645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Choix de modélisation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01168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users + student_profiles + teacher_profiles (héritage 1-1)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Authentification unifiée, emails uniques tous rôles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courses ⟷ enrollments ⟷ students (table de jointure)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grades : (enrollment, assessment, value, locked)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schedule_slots : créneaux horaires liés à un cours + salle + prof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messages : référencent users (anti-duplication)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Modèle relationnel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Tables principales (clés primaires soulignées · #clé étrangère)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email, password_hash, role, full_name, created_at)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student_profiles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(#user_id, student_number, level, programme_id, group_label, 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teacher_profiles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(#user_id, office, title, biography, ...)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programmes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code, name, level)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courses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360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code, name, ects, semester, capacity, #teacher_id, #programme_id)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prerequisites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218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(#course_id, #prerequisite_course_id)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150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rooms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076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label, capacity, building)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6002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645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enrollments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8928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#student_id, #course_id, enrolled_at, status)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2860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331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assessments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5786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#course_id, label, type, weight, due_date)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9718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grades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644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#enrollment_id, #assessment_id, value, locked, locked_at)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6576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703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schedule_slots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9502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#course_id, #room_id, weekday, start_time, end_time)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3434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389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messages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6360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#sender_id, #recipient_id, subject, body, sent_at, read_at)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50292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3218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#user_id, type, payload, created_at, read_at)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715000"/>
            <a:ext cx="566928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audit_logs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60076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(id, #user_id, action, target, created_at)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Wireframes &amp; 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Maquettes principales et parcours utilisateurs validés en amont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84048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292608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520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Connexion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84048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uden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064" y="1627632"/>
            <a:ext cx="2775712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0" y="3520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Dashboard étudiant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54480"/>
            <a:ext cx="384048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acher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984" y="1627632"/>
            <a:ext cx="2775712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3520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Dashboard enseignant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384048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dmin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44" y="4187952"/>
            <a:ext cx="2775712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6080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Dashboard 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114800"/>
            <a:ext cx="384048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tudent-catalog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0064" y="4187952"/>
            <a:ext cx="2775712" cy="1828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97680" y="6080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Catalogue cours (filtres/tri)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114800"/>
            <a:ext cx="3840480" cy="2286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dmin-schedu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1984" y="4187952"/>
            <a:ext cx="2775712" cy="1828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0" y="6080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Emploi du temps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Workflows transactionnels &amp;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Parcours critiques : inscription · saisie de note · détection conflit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Calibri"/>
              </a:rPr>
              <a:t>Inscription d'un étudiant à un cours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10312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Étudiant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clique S'inscrire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828800"/>
            <a:ext cx="210312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API: vérifie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rôle + CSRF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828800"/>
            <a:ext cx="210312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Règles métier: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doublon, capacité,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prérequis, conflit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28800"/>
            <a:ext cx="210312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INSERT enrollments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(transaction)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828800"/>
            <a:ext cx="2103120" cy="6400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UI: toast OK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 refresh listes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Saisie + verrouillage d'une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210312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Enseignant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saisit note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749040"/>
            <a:ext cx="210312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840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Validation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(0 ≤ note ≤ 20)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749040"/>
            <a:ext cx="210312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840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INSERT/UPDATE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grades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749040"/>
            <a:ext cx="210312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840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Validation finale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→ locked=1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749040"/>
            <a:ext cx="210312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3840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Modif refusée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(blocage métier)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A085"/>
                </a:solidFill>
                <a:latin typeface="Calibri"/>
              </a:rPr>
              <a:t>Détection conflit emploi du temps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2103120" cy="6400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Création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créneau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5669280"/>
            <a:ext cx="2103120" cy="6400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5760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SELECT slots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WHERE start&lt;? AND end&gt;?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5669280"/>
            <a:ext cx="2103120" cy="6400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5760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Conflit salle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ou enseignant 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5669280"/>
            <a:ext cx="2103120" cy="6400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5760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Erreur 409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 message clair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5669280"/>
            <a:ext cx="2103120" cy="6400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5760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Sinon INSERT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schedule_slots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Spécifications fonctionnelles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Fonctionnalités principales par rôle utilisateur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480560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Rôle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Espace dédié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Actions clés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631"/>
                          </a:solidFill>
                        </a:rPr>
                        <a:t>Étudiant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</a:rPr>
                        <a:t>Tableau de bord, catalogue, mes cours, notes, EDT, messagerie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</a:rPr>
                        <a:t>S'inscrire / se désinscrire · consulter notes &amp; EDT · télécharger PDF du relevé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631"/>
                          </a:solidFill>
                        </a:rPr>
                        <a:t>Enseignant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</a:rPr>
                        <a:t>Dashboard, mes cours, saisie notes, EDT, messagerie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</a:rPr>
                        <a:t>Saisir/modifier notes · valider (verrouiller) · gérer cours · écrire aux étudiants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631"/>
                          </a:solidFill>
                        </a:rPr>
                        <a:t>Administrateur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</a:rPr>
                        <a:t>Gestion users, étudiants, profs, cours, EDT, stats globales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</a:rPr>
                        <a:t>CRUD complet · création de cours · planning salles · statistiques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Justification des choix fonctionnels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Une SPA unique : pas de rechargement, expérience fluide, code organisé en modules 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API REST stateless côté logique métier, session côté authentification (même origine)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Recherche + filtres + tri pour les cours : poste à 4 pts dans la grille — UX prioritaire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PDF / messagerie / statistiques implémentés en bonus pour démontrer la maîtrise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9. Règles métier académiques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6 règles métier implémentées et centralisées dans core/Academic.php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86400" cy="1417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37160" cy="1417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1. Double inscription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Un étudiant ne peut s'inscrire qu'une fois à un même cours actif.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328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Impl. : UNIQUE(student_id, course_id) + pré-check côté contrôleur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5486400" cy="1417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137160" cy="1417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733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2. Capacité maximale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Refus si le cours a atteint sa capacité (champ courses.capacity).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328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Impl. : COUNT(enrollments) avant INSERT, dans la même transaction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5486400" cy="1417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137160" cy="1417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2783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3. Prérequis académiques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Inscription bloquée si un prérequis du cours n'est pas validé.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87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Impl. : JOIN prerequisites + grades.locked AND value ≥ seuil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154680"/>
            <a:ext cx="5486400" cy="1417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154680"/>
            <a:ext cx="137160" cy="1417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2783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4. Conflit horaire étudiant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Refus si le créneau chevauche un cours déjà suivi par l'étudiant.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8736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Impl. : SQL : a.start &lt; b.end AND a.end &gt; b.start (sur slots × enrollments)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5486400" cy="1417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37160" cy="1417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823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5. Conflit ressource (salle / prof)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Refus de planifier un slot si la salle ou l'enseignant est déjà pris.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418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Impl. : Même requête de chevauchement, appliquée sur la ressource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709160"/>
            <a:ext cx="5486400" cy="1417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709160"/>
            <a:ext cx="137160" cy="1417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7823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6. Verrouillage des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Une note validée (locked=1) ne peut plus être modifiée.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418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Impl. : Garde côté contrôleur + UI désactivée + audit_logs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10. Journal d'assistance par IA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Outils utilisés et tâches assistées — l'IA comme assistante, pas comme substitut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Outils utilisés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Assistant IA (Claude / ChatGPT) — conception, génération de squelettes, explications, débogage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GitHub Copilot — auto-complétion ponctuelle dans VS Code (composants UI répétitifs)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Documentation officielle — PHP (PDO, password_hash), MDN (fetch, ES Modules), Bootstrap, FPDF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StackOverflow — vérifications croisées sur les questions SQL non triviales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Tâches assistées par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Modèle entité-association — discussion des cardinalités (héritage users→profils)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Noyau backend — routeur REST, réponses JSON, validation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Règles métier — requête SQL de chevauchement horaire (start&lt;? AND end&gt;?)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Composants frontend répétitifs — modales, tableaux dynamiques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Débogage ponctuel — génération PDF, encodage CSRF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Rédaction documentaire — squelettes des fichiers docs/ ensuite relus et adaptés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10. Journal IA (2/2) — analyse critique &amp;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085"/>
                </a:solidFill>
                <a:latin typeface="Calibri"/>
              </a:rPr>
              <a:t>Réponses utiles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Structure mini-MVC sans framework : claire et facile à expliquer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Requête SQL de chevauchement horaire : correcte et concise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Rappels sécurité : bcrypt, requêtes préparées, HttpOnly, CSRF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Suggestions d'organisation des dossiers (core/, controllers/)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Réponses corrigées / écartées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FPDF sans dossier font/ → PDF corrompu ; ajout du dossier + désactivation des warnings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Proposition Laravel : écartée (sujet déconseille les générateurs lourds)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Auth JWT proposée : remplacée par sessions PHP (même origine, plus simple)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Validation uniquement côté client : doublée côté serveur (client contournable)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Identifiants DB en dur : déplacés dans config.local.php non versionné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Limites observées (recul critique)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Code plausible mais incomplet : dépendances oubliées (polices FPDF) → toujours tester réellement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Manque de contexte : ne connaît ni notre version PHP exacte ni notre mot de passe MySQL → adaptation manuelle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Tendance au sur-dimensionnement : propose souvent Docker, Redis, Vite… → écarté pour rester pédagogique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Notre démarche : lire + comprendre + adapter + tester + savoir expliquer (chacun doit pouvoir défendre le code)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11. Rapport de compromis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Difficultés rencontrées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FPDF cassé par un warning PHP avant le binaire (fix : ajout font/ + display_errors=0)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Détection des conflits horaires en SQL : exprimer le chevauchement et distinguer conflit étudiant vs ressource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Routage sans framework : segments dynamiques {id} compatibles Apache .htaccess et serveur PHP intégré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Cohérence cache local frontend / base après mutation : refresh ciblé après chaque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Compromis assumés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Sessions PHP plutôt que JWT : moins flexible multi-clients, plus simple en même origine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Mini-MVC maison plutôt qu'un framework : réinvention de briques basiques, en échange compréhension totale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ES Modules sans bundler : pas d'optimisation, mais zéro étape de build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Vendors locaux (Bootstrap, Chart.js) : ~900 Ko versionnés, démo hors-ligne garantie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Limites actuelles &amp; évolutions possibles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Pas de pagination sur les listes : suffisant en démo, à ajouter pour des effectifs réels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Sécurité « pédagogique » : pas de rate limiting, pas de HTTPS local, politique de mot de passe simple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Emploi du temps hebdo générique : pas de gestion calendaire (dates, semaines A/B, vacances)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Évolutions : pagination serveur, présences/QR code, export Excel, calendrier interactif, tests automatisés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 Versioning Git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A89"/>
                </a:solidFill>
                <a:latin typeface="Calibri"/>
              </a:rPr>
              <a:t>Dépôt : github.com/ViktorGs/smartcampus-projet-web-2026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Historique de progression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25 mai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939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chore: initialisation du projet (README, gitignore)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41448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25 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780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feat(db): schéma relationnel + données de démonstration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25496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254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26 mai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6207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feat(api): noyau backend (PDO, routeur REST, auth, CSRF, validation)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9544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0954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27 mai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461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feat(api): CRUD utilisateurs, étudiants, enseignants, cours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93592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9359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28 mai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301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feat(api): inscriptions, notes, emploi du temps + règles métier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40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776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29 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14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feat(api): bonus — relevé PDF, messagerie, notifications, dashboards, stats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61688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616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30 mai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9826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feat(front): coquille SPA, design Bootstrap, noyau JS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45736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745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30 mai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7823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feat(front): pages (dashboards, étudiants, cours, notes, EDT, messagerie, stats)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29784"/>
            <a:ext cx="822960" cy="2926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2978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31 mai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663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631"/>
                </a:solidFill>
                <a:latin typeface="Calibri"/>
              </a:rPr>
              <a:t>docs: spécifications, MCD, architecture, wireframes, rapports + livrable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0527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Organisation 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Conventions de commit : feat / fix / docs / chore — historique lisible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Branche main maintenue stable ; branches courtes par fonctionnalité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Pas de commit massif de fin : progression jour par jour visible dans `git log`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13. Bilan individuel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24688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" cy="24688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Viktor GOUSSOT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Réalisé : noyau backend, auth, CSRF, RBAC, CRUD principal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Appris : architecture MVC sans framework, sécurité applicative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Difficulté : routage segments dynamiques compatible Apache + PHP intégré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486400" cy="24688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137160" cy="2468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Nicolas CARMINATI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Réalisé : MCD/MR, schéma SQL, règles métier centralisées, PDF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Appris : modélisation académique, requêtes SQL non triviales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Difficulté : génération PDF cassée par un warning PHP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37160" cy="24688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Louis PEZE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Réalisé : coquille SPA, pages de gestion, filtres, messagerie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Appris : ES Modules natifs, design system Bootstrap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Difficulté : cohérence cache local après mutation simultanée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5486400" cy="24688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840480"/>
            <a:ext cx="137160" cy="24688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Alexis OSORIO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Réalisé : dashboards 3 rôles, EDT, statistiques Chart.js, tests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Appris : visualisation de données, UI contextuelle par rôle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B2631"/>
                </a:solidFill>
                <a:latin typeface="Calibri"/>
              </a:rPr>
              <a:t>•  Difficulté : lisibilité de l'emploi du temps sur mobile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14. Bilan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A085"/>
                </a:solidFill>
                <a:latin typeface="Calibri"/>
              </a:rPr>
              <a:t>Ce qui a bien fonctionné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Séparation claire frontend / backend — chacun a pu avancer en parallèle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Mini-noyau MVC explicite : chaque membre peut le lire et l'expliquer en soutenance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Choix d'un contexte précis (école d'ingénieurs) qui a guidé toutes les décisions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Conventions de commit partagées : historique Git lisible et exploitable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Ce qui a été difficile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Règles métier transverses (conflits horaires étudiant vs ressource)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Gestion fine des permissions : 3 rôles × N actions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Renoncer aux fonctionnalités séduisantes hors-périmètre (QR code, WebSocket temps réel)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Ce que l'on referait différemment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Mettre en place des tests automatisés dès le début (PHPUnit + Playwright)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Commencer par la maquette des dashboards (point de convergence)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631"/>
                </a:solidFill>
                <a:latin typeface="Calibri"/>
              </a:rPr>
              <a:t>•  Prévoir la pagination dès le schéma initial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15. Références et ressources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Bibliothèques &amp;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Bootstrap 5.3 — design system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Bootstrap Icons — pictogrammes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Chart.js 4 — graphiques (statistiques)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FPDF 1.86 — génération PDF du relevé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PHP 8.2 — backend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MySQL 8.4 — base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Documentation &amp; outils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php.net — PDO, password_hash, sessions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MDN Web Docs — fetch, ES Modules, FormData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getbootstrap.com — composants UI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WAMP Server — environnement local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VS Code + Live Server — édition / preview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Git + GitHub — versioning et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Outils d'IA générative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Claude (Anthropic) — conception, génération de squelettes, débogage, rédaction documentaire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ChatGPT (OpenAI) — vérifications croisées, explications de mécanismes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B2631"/>
                </a:solidFill>
                <a:latin typeface="Calibri"/>
              </a:rPr>
              <a:t>•  GitHub Copilot — auto-complétion ponctuelle dans VS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A89"/>
                </a:solidFill>
                <a:latin typeface="Calibri"/>
              </a:rPr>
              <a:t>SmartCampus  ·  Projet Web dynamique 2026  ·  ING2 — 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601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9"/>
                </a:solidFill>
                <a:latin typeface="Calibri"/>
              </a:rPr>
              <a:t>GOUSSOT · CARMINATI · PEZE · OSORIO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SmartCampus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Place à la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Merci de votre 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github.com/ViktorGs/smartcampus-projet-web-2026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Équipe : Viktor GOUSSOT · Nicolas CARMINATI · Louis PEZE · Alexis OSORIO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